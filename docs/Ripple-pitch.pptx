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2df3c6a-c6ef-12ad-9942-84d4a56a3140}">
          <p14:sldIdLst>
            <p14:sldId id="256"/>
            <p14:sldId id="257"/>
            <p14:sldId id="258"/>
          </p14:sldIdLst>
        </p14:section>
        <p14:section name="Product" id="{ec40d09c-3308-8363-02b8-bddbfc1ce4a4}">
          <p14:sldIdLst>
            <p14:sldId id="259"/>
            <p14:sldId id="260"/>
            <p14:sldId id="261"/>
          </p14:sldIdLst>
        </p14:section>
        <p14:section name="How it works" id="{2c1a30cd-1573-769a-6a9a-c7e882bd23cd}">
          <p14:sldIdLst>
            <p14:sldId id="262"/>
            <p14:sldId id="263"/>
            <p14:sldId id="264"/>
            <p14:sldId id="265"/>
          </p14:sldIdLst>
        </p14:section>
        <p14:section name="Demo" id="{583931f2-f14f-4bc4-e21b-b397546342df}">
          <p14:sldIdLst>
            <p14:sldId id="266"/>
            <p14:sldId id="267"/>
            <p14:sldId id="268"/>
            <p14:sldId id="269"/>
          </p14:sldIdLst>
        </p14:section>
        <p14:section name="Why and what next" id="{c92ec54c-3e41-c1f0-f77f-eb8b840ea214}">
          <p14:sldIdLst>
            <p14:sldId id="270"/>
            <p14:sldId id="271"/>
            <p14:sldId id="272"/>
            <p14:sldId id="273"/>
          </p14:sldIdLst>
        </p14:section>
        <p14:section name="Close" id="{1ee3593f-ec69-4d3e-f81d-e7263090ec22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+mn-lt"/>
              </a:rPr>
              <a:t>Risk score of the three demo PRs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0CA3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CA3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AB21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03B3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 1 · ad copy</c:v>
                  </c:pt>
                  <c:pt idx="1">
                    <c:v>PR 2 · recs</c:v>
                  </c:pt>
                  <c:pt idx="2">
                    <c:v>PR 3 · payment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6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3C2B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9525" cap="flat">
              <a:solidFill>
                <a:srgbClr val="2C2C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3C2B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"Most outages start as a PR someone approved. The reviewer just couldn't see what it touched." Ripple is a PR review orchestrator: it tells you what a change can break before it merges.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failure modes. The key one: blast radius is invisible. The author of a payment change usually has never heard of every consumer. And AI reviewers, which everyone is adding, only look inside the diff.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signal families go into one risk gate. Effort scales with risk: low-risk PRs stay fast, high-risk PRs get the full treatment. Ripple never blocks; it advises.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comment Ripple posted for the payment contract PR. Five parts. Low-risk PRs get a one-line approve-to-proceed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webhook in. The three signal families are fetched in parallel. The risk gate is deterministic and cheap. Low-risk PRs stop there. Medium and high fan out to only the agents their signals call for, in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Planning, Code, Build. Each family answers one question. All three are fetched in parallel per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"This map isn't drawn by hand. It's rebuilt from traffic." Solid orange = hard edge, dashed = soft. Red pulsing = failing right now: we flipped paymentFailure. Click payment to show its blast radius.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"That's how we know checkout-to-payment is a hard edge. We broke it on purpose." Numbers come from the recorded experiment. Insight: measure propagation, not raw error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"Won't it flag everything?" No. Every point is itemised in the comment. Low-risk PRs skip the agents. HIGH requires a way to actually break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run in parallel. Skipped ones show struck through in the dashboard pipeline. The LLM is optional and additive.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1:40 PR 1: "Low risk. No extra reviewers, no delay. Most PRs should feel like this." 2:10 PR 2: "Frontend depends on this, but degrades gracefully. Ripple says so instead of crying wolf." 2:50 PR 3: walk the comment. All three are real patches against the OpenTelemetry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bottom half: planning mismatch, reviewers chosen from the dependency graph, concrete checks. The score breakdown (14) is in the collapsible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OTel mock is what makes this a full demo on a laptop: the same Prometheus and Jaeger APIs, simulated traffic, real flagd flag flips. Ripple has no special code path for it, and labels everything from it as Mock.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"Graph and failures are real. Jira and incidents are seeded behind swappable adapters." The dashboard shows this table live, reflecting what is connected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judges should remember: they see the diff; we see who depends on the code, how critically, and what broke last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Node.js service, no build step for the dashboard. 20 automated tests including webhook-to-comment, the OTel mock and Postgres CTE parity.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real adapters, embeddings, static analysis. Then: a learning loop. Later: deploy-time gating.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answers to one sentence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line.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pple 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6583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6766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76072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pple 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Ripple · PR risk orchestrator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pple Clos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91640"/>
            <a:ext cx="69494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 REVIEW ORCHESTRATOR · HACKATHON 2026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Ripple</a:t>
            </a:r>
            <a:endParaRPr lang="en-US" sz="8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Know what a pull request can break before it merges, not after it pages someone.</a:t>
            </a:r>
            <a:endParaRPr lang="en-US" sz="2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Tanmay · built on the OpenTelemetry Demo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961120" y="2926080"/>
            <a:ext cx="1005840" cy="1005840"/>
          </a:xfrm>
          <a:prstGeom prst="ellipse">
            <a:avLst/>
          </a:prstGeom>
          <a:ln w="254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2194560"/>
            <a:ext cx="2468880" cy="2468880"/>
          </a:xfrm>
          <a:prstGeom prst="ellipse">
            <a:avLst/>
          </a:prstGeom>
          <a:ln w="25400">
            <a:solidFill>
              <a:schemeClr val="accent1">
                <a:alpha val="63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1463040"/>
            <a:ext cx="3931920" cy="3931920"/>
          </a:xfrm>
          <a:prstGeom prst="ellipse">
            <a:avLst/>
          </a:prstGeom>
          <a:ln w="25400">
            <a:solidFill>
              <a:schemeClr val="accent1">
                <a:alpha val="41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731520"/>
            <a:ext cx="5394960" cy="5394960"/>
          </a:xfrm>
          <a:prstGeom prst="ellipse">
            <a:avLst/>
          </a:prstGeom>
          <a:ln w="25400">
            <a:solidFill>
              <a:schemeClr val="accent1">
                <a:alpha val="19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7726" y="3202686"/>
            <a:ext cx="452628" cy="452628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Code review only sees the diff.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0" cy="434340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outages start as a PR someone approved. The reviewer just couldn’t see what it touched.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463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 view of who calls the service, how critical it is, or whether a similar change caused an outage last quarter.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74920" y="1691640"/>
            <a:ext cx="3127248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9" name="Shape 7"/>
          <p:cNvSpPr/>
          <p:nvPr/>
        </p:nvSpPr>
        <p:spPr>
          <a:xfrm>
            <a:off x="5349240" y="19659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0914" y="2097634"/>
            <a:ext cx="285293" cy="28529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349240" y="2606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Blast radius is invisible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30175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 one-line change to a response field can break five consumers the author has never heard of.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385048" y="1691640"/>
            <a:ext cx="3127248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14" name="Shape 11"/>
          <p:cNvSpPr/>
          <p:nvPr/>
        </p:nvSpPr>
        <p:spPr>
          <a:xfrm>
            <a:off x="8659368" y="19659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1042" y="2097634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659368" y="2606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Every PR gets the same scrutiny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659368" y="30175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 README typo and a tier-1 contract change wait in the same queue for the same reviewers.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74920" y="3931920"/>
            <a:ext cx="3127248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19" name="Shape 15"/>
          <p:cNvSpPr/>
          <p:nvPr/>
        </p:nvSpPr>
        <p:spPr>
          <a:xfrm>
            <a:off x="5349240" y="42062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914" y="433791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49240" y="4846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Lessons don’t flow back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349240" y="525780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RCAs get written, filed and forgotten. The next risky PR never sees them.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385048" y="3931920"/>
            <a:ext cx="3127248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24" name="Shape 19"/>
          <p:cNvSpPr/>
          <p:nvPr/>
        </p:nvSpPr>
        <p:spPr>
          <a:xfrm>
            <a:off x="8659368" y="42062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1042" y="4337914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659368" y="4846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reviewers make it worse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8659368" y="525780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They comment on style and nulls inside the diff, and stay blind to the system around it.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The cost: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change-induced incidents, slow reviews on PRs that don’t need them, and rushed reviews on the ones that 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IDEA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Ripple reads the system the diff lands in.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788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339" y="29425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The diff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63240" y="1737360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3246120" y="193852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794" y="2070202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31920" y="1901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Dependency graph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runtime, from OpenTelemetry traces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55080" y="2212848"/>
            <a:ext cx="548640" cy="1124712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063240" y="2880360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Shape 11"/>
          <p:cNvSpPr/>
          <p:nvPr/>
        </p:nvSpPr>
        <p:spPr>
          <a:xfrm>
            <a:off x="3246120" y="3081528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794" y="321320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31920" y="3044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Incident history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93192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past outages + RCA learnings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 flipV="1">
            <a:off x="6355080" y="3337560"/>
            <a:ext cx="548640" cy="18288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3063240" y="4023360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1" name="Shape 16"/>
          <p:cNvSpPr/>
          <p:nvPr/>
        </p:nvSpPr>
        <p:spPr>
          <a:xfrm>
            <a:off x="3246120" y="422452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794" y="4356202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931920" y="4187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Planning intent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3931920" y="4526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the linked Jira ticket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 flipV="1">
            <a:off x="6355080" y="3337560"/>
            <a:ext cx="548640" cy="1161288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2468880" y="3337560"/>
            <a:ext cx="594360" cy="914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6903720" y="2606040"/>
            <a:ext cx="1463040" cy="146304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903720" y="26060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Risk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gate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 flipV="1">
            <a:off x="8366760" y="2212848"/>
            <a:ext cx="502920" cy="1124712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8869680" y="1737360"/>
            <a:ext cx="27432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31" name="Shape 25"/>
          <p:cNvSpPr/>
          <p:nvPr/>
        </p:nvSpPr>
        <p:spPr>
          <a:xfrm>
            <a:off x="9034272" y="1865376"/>
            <a:ext cx="960120" cy="329184"/>
          </a:xfrm>
          <a:prstGeom prst="roundRect">
            <a:avLst>
              <a:gd name="adj" fmla="val 22222"/>
            </a:avLst>
          </a:prstGeom>
          <a:solidFill>
            <a:schemeClr val="accent6">
              <a:alpha val="22000"/>
            </a:schemeClr>
          </a:solidFill>
          <a:ln/>
        </p:spPr>
      </p:sp>
      <p:sp>
        <p:nvSpPr>
          <p:cNvPr id="32" name="Shape 26"/>
          <p:cNvSpPr/>
          <p:nvPr/>
        </p:nvSpPr>
        <p:spPr>
          <a:xfrm>
            <a:off x="9153144" y="1975104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9326880" y="1865376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LOW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9034272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Quiet approve-to-proceed. No agents, no delay.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8366760" y="3337560"/>
            <a:ext cx="502920" cy="18288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8869680" y="2880360"/>
            <a:ext cx="27432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37" name="Shape 31"/>
          <p:cNvSpPr/>
          <p:nvPr/>
        </p:nvSpPr>
        <p:spPr>
          <a:xfrm>
            <a:off x="9034272" y="3008376"/>
            <a:ext cx="1188720" cy="329184"/>
          </a:xfrm>
          <a:prstGeom prst="roundRect">
            <a:avLst>
              <a:gd name="adj" fmla="val 22222"/>
            </a:avLst>
          </a:prstGeom>
          <a:solidFill>
            <a:schemeClr val="accent5">
              <a:alpha val="22000"/>
            </a:schemeClr>
          </a:solidFill>
          <a:ln/>
        </p:spPr>
      </p:sp>
      <p:sp>
        <p:nvSpPr>
          <p:cNvPr id="38" name="Shape 32"/>
          <p:cNvSpPr/>
          <p:nvPr/>
        </p:nvSpPr>
        <p:spPr>
          <a:xfrm>
            <a:off x="9153144" y="3118104"/>
            <a:ext cx="109728" cy="10972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9326880" y="3008376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MEDIUM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9034272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Targeted warning: soft-edge callers, related incidents.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8366760" y="3337560"/>
            <a:ext cx="502920" cy="1161288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42" name="Shape 36"/>
          <p:cNvSpPr/>
          <p:nvPr/>
        </p:nvSpPr>
        <p:spPr>
          <a:xfrm>
            <a:off x="8869680" y="4023360"/>
            <a:ext cx="27432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43" name="Shape 37"/>
          <p:cNvSpPr/>
          <p:nvPr/>
        </p:nvSpPr>
        <p:spPr>
          <a:xfrm>
            <a:off x="9034272" y="4151376"/>
            <a:ext cx="960120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22000"/>
            </a:schemeClr>
          </a:solidFill>
          <a:ln/>
        </p:spPr>
      </p:sp>
      <p:sp>
        <p:nvSpPr>
          <p:cNvPr id="44" name="Shape 38"/>
          <p:cNvSpPr/>
          <p:nvPr/>
        </p:nvSpPr>
        <p:spPr>
          <a:xfrm>
            <a:off x="9153144" y="4261104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9326880" y="4151376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HIGH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9034272" y="4526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Full review: blast radius, incidents, ticket check, reviewers, checks.</a:t>
            </a:r>
            <a:endParaRPr lang="en-US" sz="1150" dirty="0"/>
          </a:p>
        </p:txBody>
      </p:sp>
      <p:sp>
        <p:nvSpPr>
          <p:cNvPr id="47" name="Text 4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One PR comment a human can act on in 30 seconds.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Ripple advises and routes reviewers; a human always makes the merge call.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THE DEVELOPER SEES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One comment, top to bottom in 30 seconds.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9788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pic>
        <p:nvPicPr>
          <p:cNvPr id="5" name="Image 0" descr="c3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841" y="1691640"/>
            <a:ext cx="5701477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1228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122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1627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 risk verdict with a one-line reason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Removes ChargeResponse.transaction_id; checkout depends on it via a hard edge…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12280" y="25420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1228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25237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Blast radius, hard edges called out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28712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Every upstream service within 3 hops: breaks or degrades.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12280" y="34381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1228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34198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Past incidents and their RCA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3767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INC-2031 broke checkout the same way, and what to watch for.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812280" y="43342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1228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452360" y="43159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Suggested reviewers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452360" y="4663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Owners of the hard-dependent services, not just the author’s team.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812280" y="52303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1228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452360" y="5212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Checks to run before merging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452360" y="5559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Proto breaking check, consumer-first deploy, end-to-end probes.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One risk gate. Only the agents a PR needs.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160020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743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206" y="28858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3832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webhook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6974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fetched in parallel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97480" y="1920240"/>
            <a:ext cx="2194560" cy="841248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80360" y="2029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Planning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880360" y="2359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Jira ticket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 flipV="1">
            <a:off x="2148840" y="2340864"/>
            <a:ext cx="548640" cy="996696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892040" y="2340864"/>
            <a:ext cx="548640" cy="996696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697480" y="2944368"/>
            <a:ext cx="2194560" cy="841248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80360" y="30540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Code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88036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tier · N-hop graph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148840" y="3337560"/>
            <a:ext cx="548640" cy="27432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V="1">
            <a:off x="4892040" y="3337560"/>
            <a:ext cx="548640" cy="27432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697480" y="3968496"/>
            <a:ext cx="2194560" cy="841248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80360" y="4078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Build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2880360" y="4407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change risk · incidents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148840" y="3337560"/>
            <a:ext cx="548640" cy="105156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 flipV="1">
            <a:off x="4892040" y="3337560"/>
            <a:ext cx="548640" cy="105156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440680" y="2697480"/>
            <a:ext cx="1280160" cy="128016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40680" y="26974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gate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 flipV="1">
            <a:off x="6720840" y="2148840"/>
            <a:ext cx="548640" cy="11887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720840" y="3337560"/>
            <a:ext cx="548640" cy="86868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269480" y="1737360"/>
            <a:ext cx="196596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06640" y="18105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LOW
</a:t>
            </a:r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short comment, agents skipped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269480" y="3017520"/>
            <a:ext cx="1965960" cy="251460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06640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MEDIUM / HIGH
</a:t>
            </a:r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agents in parallel: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45236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· Blast radius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452360" y="3950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· Incident historian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452360" y="4242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· Intent verifier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452360" y="45354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· Reviewer router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452360" y="4828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· Checks planner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452360" y="5120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· Narrator (LLM)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235440" y="2148840"/>
            <a:ext cx="548640" cy="96012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 flipV="1">
            <a:off x="9235440" y="3566160"/>
            <a:ext cx="548640" cy="64008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9784080" y="2651760"/>
            <a:ext cx="182880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9784080" y="26517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 comment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 advisory check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Fast: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analysis itself takes single-digit milliseconds once signals are fetched. 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Explainable: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every point of the score is itemised in the comment. 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Safe: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never blocks a merge.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SIGNALS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Three questions every risky PR should answer.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29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Does the diff match the stated intent and scope?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Linked Jira ticket (key from title, branch or body)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Touches services outside the ticket’s components?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Breaking changes the ticket never mentions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“Additive only” tickets that aren’t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164592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0738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2029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743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Who depends on this, how critically, and how far does a failure travel?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70332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Service tier and owners (catalog)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Direct dependents and the N-hop chain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Hard vs soft edges, verified by experiment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Runtime graph from OpenTelemetry traces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17" name="Shape 13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07385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98280" y="2029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743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Has a change like this hurt us before?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370332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Proto contract diff: removed, renamed, renumbered fields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Migrations, diff size, CI status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Incident + RCA recall by similarity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Owning service of shared contract files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CODE SIGNAL · BUILT FROM OPENTELEMETRY TRACES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This map isn’t drawn by hand.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60520" y="1600200"/>
            <a:ext cx="745236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pic>
        <p:nvPicPr>
          <p:cNvPr id="5" name="Image 0" descr="graph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831175"/>
            <a:ext cx="7269480" cy="40643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627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Collector servicegraph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95681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turns traces into caller → callee edge metrics in Prometheus; Jaeger is the fallback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7614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7121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Rebuilt on a schedule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307238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every edge carries calls/min, error rate and when it was last seen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86784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3858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Bounded blast radius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41879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 hops by default; recursive CTE when the graph lives in Postgres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499262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102352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43000" y="49743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Live here</a:t>
            </a:r>
            <a:endParaRPr lang="en-US" sz="1450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5303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paymentFailure flipped on stage: checkout → payment and frontend → checkout turn red within 5s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HOW EDGES BECOME HARD · FLAGD FAILURE INJECTION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We broke it on purpose.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 → payment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1783080"/>
            <a:ext cx="914400" cy="329184"/>
          </a:xfrm>
          <a:prstGeom prst="roundRect">
            <a:avLst>
              <a:gd name="adj" fmla="val 22222"/>
            </a:avLst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7" name="Shape 5"/>
          <p:cNvSpPr/>
          <p:nvPr/>
        </p:nvSpPr>
        <p:spPr>
          <a:xfrm>
            <a:off x="3044952" y="1892808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18688" y="1783080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HARD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of failed payment calls became failed checkout requests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1810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→ checkout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1783080"/>
            <a:ext cx="914400" cy="329184"/>
          </a:xfrm>
          <a:prstGeom prst="roundRect">
            <a:avLst>
              <a:gd name="adj" fmla="val 22222"/>
            </a:avLst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4" name="Shape 12"/>
          <p:cNvSpPr/>
          <p:nvPr/>
        </p:nvSpPr>
        <p:spPr>
          <a:xfrm>
            <a:off x="6793992" y="1892808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67728" y="1783080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HARD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240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154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of failed checkout calls became failed frontend requests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64592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1810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→ ad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424160" y="1783080"/>
            <a:ext cx="914400" cy="329184"/>
          </a:xfrm>
          <a:prstGeom prst="roundRect">
            <a:avLst>
              <a:gd name="adj" fmla="val 22222"/>
            </a:avLst>
          </a:prstGeom>
          <a:solidFill>
            <a:schemeClr val="bg2">
              <a:alpha val="22000"/>
            </a:scheme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543032" y="1892808"/>
            <a:ext cx="109728" cy="109728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716768" y="1783080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SOFT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240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54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154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of failed ad calls reached users: frontend drops the ad slot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Protocol default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49884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Synchronous HTTP/gRPC on the request path starts hard; Kafka and cache calls start soft.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297680" y="4069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2976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Failure experiment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449884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Flip a flagd flag, sample Prometheus before, during and after, restore the flag. Measure how many failed calls became failed caller requests.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046720" y="4069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467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59536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Owner override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595360" y="449884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The service catalog wins both ways, e.g. cart → valkey-cart is a cache call but the system of record, so it’s hard.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7724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Why propagation, not error rate: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frontend’s overall error rate only moved 0.6% → 4.2%, because it serves far more than checkout traffic. Yet 99% of checkout failures reached users.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RISK GATE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Deterministic, itemised, and it doesn’t cry wolf.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685800" y="1737360"/>
          <a:ext cx="48463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532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LOW &lt; 3  ·  MEDIUM ≥ 3  ·  HIGH ≥ 7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600200"/>
          <a:ext cx="56235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965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2"/>
                          </a:solidFill>
                        </a:rPr>
                        <a:t>Factor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2"/>
                          </a:solidFill>
                        </a:rPr>
                        <a:t>Points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Tier of the changed service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tier 1 +3 · tier 2 +1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Breaking / additive contract change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+3 / +1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API handler changed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+2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Interface change with hard-edge callers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+3 (+1 if tier 1)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…with soft-edge callers only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+1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Migrations · big diff · CI failing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+2 · +1/+2 · +2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Past incident match / related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+2 / +1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Ticket mismatch / partial / missing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+2 / +1 / +1</a:t>
                      </a:r>
                      <a:endParaRPr lang="en-US" sz="1250" dirty="0"/>
                    </a:p>
                  </a:txBody>
                  <a:tcPr marL="109728" marR="109728" marT="36576" marB="36576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989320" y="4892040"/>
            <a:ext cx="562356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498348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Don’t cry wolf.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HIGH also needs a real way to break something: an interface change with hard tier-1 callers, a breaking change, or a migration. Otherwise it’s capped at MEDIUM. Soft edges warn; they never escalate.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SPECIALIST AGENTS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Low-risk PRs skip them. Risky ones get what they need.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Blast radius mapper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Affected services, chains, and why each edge is hard or soft.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356616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92024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063" y="205630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Incident historian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Matching incidents, the RCA, and what to watch for.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645920"/>
            <a:ext cx="356616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92024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103" y="205630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Intent verifier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Diff vs ticket: scope, unmentioned breaking changes.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356616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23" y="411370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087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Reviewer router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709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Owners of hard-dependent callers within 2 hops; never the author.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3703320"/>
            <a:ext cx="356616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397764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063" y="411370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03520" y="4087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Checks planner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709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Concrete pre-merge steps: proto check, deploy order, e2e probes.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3703320"/>
            <a:ext cx="356616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1040" y="397764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103" y="411370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087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Narrator (optional)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709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Gemini rewrites the verdict line; falls back silently.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Deterministic by default, so the demo and the comment never depend on a model. With a Gemini key, the intent verifier and narrator add model-written judgement; every call has a timeout and a fallback.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THREE REAL PRS ON THE OPENTELEMETRY DEMO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contrast between verdicts does the selling.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960120" cy="329184"/>
          </a:xfrm>
          <a:prstGeom prst="roundRect">
            <a:avLst>
              <a:gd name="adj" fmla="val 22222"/>
            </a:avLst>
          </a:prstGeom>
          <a:solidFill>
            <a:schemeClr val="accent6">
              <a:alpha val="22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941832" y="198424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15568" y="1874520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5564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score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#101 Spring sale ad copy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08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Copy tweak in the ad service (tier 3, leaf).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94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String-literal-only change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frontend → ad is a soft edge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No agents, no extra reviewers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Comment lands in seconds; nothing to see is the point.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64592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874520"/>
            <a:ext cx="1188720" cy="329184"/>
          </a:xfrm>
          <a:prstGeom prst="roundRect">
            <a:avLst>
              <a:gd name="adj" fmla="val 22222"/>
            </a:avLst>
          </a:prstGeom>
          <a:solidFill>
            <a:schemeClr val="accent5">
              <a:alpha val="22000"/>
            </a:schemeClr>
          </a:solidFill>
          <a:ln/>
        </p:spPr>
      </p:sp>
      <p:sp>
        <p:nvSpPr>
          <p:cNvPr id="16" name="Shape 14"/>
          <p:cNvSpPr/>
          <p:nvPr/>
        </p:nvSpPr>
        <p:spPr>
          <a:xfrm>
            <a:off x="4690872" y="1984248"/>
            <a:ext cx="109728" cy="10972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64608" y="1874520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MEDIUM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175564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score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#102 Up to 10 recommendations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108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ListRecommendations returns 10 sorted results instead of 5 random.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794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Frontend calls it, but has a fallback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All chains degrade, none break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Related: INC-1877 silent degradation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Ripple warns instead of crying wolf.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164592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874520"/>
            <a:ext cx="960120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22000"/>
            </a:schemeClr>
          </a:solidFill>
          <a:ln/>
        </p:spPr>
      </p:sp>
      <p:sp>
        <p:nvSpPr>
          <p:cNvPr id="26" name="Shape 24"/>
          <p:cNvSpPr/>
          <p:nvPr/>
        </p:nvSpPr>
        <p:spPr>
          <a:xfrm>
            <a:off x="8439912" y="1984248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13648" y="1874520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HIGH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0" y="175564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score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#103 PAY-142 currency code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3108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Removes transaction_id from the tier-1 payment contract.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3794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checkout ⇒ payment is a verified hard edge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INC-2031 broke checkout the same way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PAY-142 asked for an additive change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Full review: right reviewers, right checks.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 3 · THE HIGH-RISK COMMENT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It catches what the reviewer couldn’t see.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85800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pic>
        <p:nvPicPr>
          <p:cNvPr id="5" name="Image 0" descr="c3-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99662"/>
            <a:ext cx="6675120" cy="35273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459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381" y="176662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66760" y="16276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ticket said additive only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20116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PAY-142 asked to add currency_code. The diff also removes transaction_id, which the ticket never mentions.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72668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381" y="3275381"/>
            <a:ext cx="261518" cy="26151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366760" y="31363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right people review it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366760" y="35204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Checkout and storefront owners, who hard-depend on payment, not just the payments team. That gap was the INC-2031 RCA.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26680" y="466344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381" y="4784141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366760" y="4645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Concrete next steps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366760" y="50292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Proto breaking check, migrate and deploy checkout first, run the end-to-end checkout probes.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RUNS ANYWHERE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From an offline laptop to the real stack, one step at a time.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651760" cy="347472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88036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971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 min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Offline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389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Seeded graph, tickets, incidents and sample recordings. Backup for the stage.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64992" y="2331720"/>
            <a:ext cx="2651760" cy="3794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3592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93592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5 min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OTel mock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demo:full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40690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Simulated Astronomy Shop behind the real Prometheus and Jaeger APIs. Real flag flips, real experiments, labelled Mock.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81344" y="2011680"/>
            <a:ext cx="2651760" cy="411480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2402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9944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644384" y="2331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15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Real GitHub PRs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webhook:replay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37490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Ripple comments and posts a status on real PRs in your fork. No tunnel needed with replay.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97696" y="1691640"/>
            <a:ext cx="2651760" cy="44348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26296" y="1920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2629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460736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45 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226296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Real OTel Demo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start + overlay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226296" y="3429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15 services in Docker; servicegraph connector; experiments flip the real flagd.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172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Step-by-step guide: docs/JUMPSTART.md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WHAT’S REAL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Say it plainly.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6035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2"/>
                          </a:solidFill>
                        </a:rPr>
                        <a:t>Signal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2"/>
                          </a:solidFill>
                        </a:rPr>
                        <a:t>Status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2"/>
                          </a:solidFill>
                        </a:rPr>
                        <a:t>Source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Dependency edges and chains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6"/>
                          </a:solidFill>
                        </a:rPr>
                        <a:t>● Live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2"/>
                          </a:solidFill>
                        </a:rPr>
                        <a:t>OTel traces: Collector servicegraph → Prometheus, or Jaeger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Hard vs. soft classification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6"/>
                          </a:solidFill>
                        </a:rPr>
                        <a:t>● Live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2"/>
                          </a:solidFill>
                        </a:rPr>
                        <a:t>flagd failure injection + trace correlation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Change risk and CI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6"/>
                          </a:solidFill>
                        </a:rPr>
                        <a:t>● Live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2"/>
                          </a:solidFill>
                        </a:rPr>
                        <a:t>Real PRs via GitHub webhook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…on a laptop (demo:full)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● Mock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2"/>
                          </a:solidFill>
                        </a:rPr>
                        <a:t>Same APIs, simulated Astronomy Shop; labelled Mock everywhere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Service tier and owners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2"/>
                          </a:solidFill>
                        </a:rPr>
                        <a:t>● Seeded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2"/>
                          </a:solidFill>
                        </a:rPr>
                        <a:t>Hand-written catalog YAML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Jira tickets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2"/>
                          </a:solidFill>
                        </a:rPr>
                        <a:t>● Seeded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2"/>
                          </a:solidFill>
                        </a:rPr>
                        <a:t>7 tickets linked to the demo PRs (real Jira adapter included)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Incidents and RCAs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2"/>
                          </a:solidFill>
                        </a:rPr>
                        <a:t>● Seeded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2"/>
                          </a:solidFill>
                        </a:rPr>
                        <a:t>10 writeups, several from failures we triggered on purpose</a:t>
                      </a:r>
                      <a:endParaRPr lang="en-US" sz="1350" dirty="0"/>
                    </a:p>
                  </a:txBody>
                  <a:tcPr marL="164592" marR="164592" marT="45720" marB="45720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Every seeded source sits behind an adapter with the same interface a real integration uses, so swapping in real Jira or a real incident tool is a config change, not a rewrite.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WHY IT WINS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Existing AI reviewers read the diff. Ripple reads the system.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5895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46888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2"/>
                          </a:solidFill>
                        </a:rPr>
                        <a:t>Typical AI code reviewer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Ripple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Context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2"/>
                          </a:solidFill>
                        </a:rPr>
                        <a:t>The diff and nearby files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1"/>
                          </a:solidFill>
                        </a:rPr>
                        <a:t>Diff + runtime dependency graph + incident history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Blast radius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2"/>
                          </a:solidFill>
                        </a:rPr>
                        <a:t>None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1"/>
                          </a:solidFill>
                        </a:rPr>
                        <a:t>N-hop chain from real traces, hard edges flagged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Effort per PR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2"/>
                          </a:solidFill>
                        </a:rPr>
                        <a:t>Same for every PR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1"/>
                          </a:solidFill>
                        </a:rPr>
                        <a:t>Scaled to risk: low-risk PRs stay fast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Learns from outages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2"/>
                          </a:solidFill>
                        </a:rPr>
                        <a:t>No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1"/>
                          </a:solidFill>
                        </a:rPr>
                        <a:t>Past RCAs recalled on similar changes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Reviewers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2"/>
                          </a:solidFill>
                        </a:rPr>
                        <a:t>Whoever the author picks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bg1"/>
                          </a:solidFill>
                        </a:rPr>
                        <a:t>Owners of the services that could break</a:t>
                      </a:r>
                      <a:endParaRPr lang="en-US" sz="135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58200" y="1600200"/>
            <a:ext cx="3154680" cy="342900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/>
        </p:spPr>
      </p:sp>
      <p:sp>
        <p:nvSpPr>
          <p:cNvPr id="6" name="Shape 3"/>
          <p:cNvSpPr/>
          <p:nvPr/>
        </p:nvSpPr>
        <p:spPr>
          <a:xfrm>
            <a:off x="8732520" y="187452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5166" y="2017166"/>
            <a:ext cx="309067" cy="30906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73252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Future of Work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732520" y="310896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Senior engineers stop being the only people who know what’s safe to change. That knowledge becomes something every PR gets for free.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BUILT ON A FULLY OPEN-SOURCE STACK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No Datadog, no paid APM.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Demo system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600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OpenTelemetry Demo (Astronomy Shop) · Ripple OTel mock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16002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~15 real microservices with Kafka, Valkey, Postgres and flagd failure flags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3591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Telemetry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591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OTel SDKs + Collector servicegraph connector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35915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Turns traces into caller → callee edge metrics (overlay validated with otelcol-contrib)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1181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Metrics and traces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1181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Prometheus + Jaeger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1181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Edge call counts and error rates; dependency fallback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87705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Graph and memory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387705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 recursive CTEs (or in-memory)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87705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Dependency chain, service catalog; incident recall by similarity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36008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6360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Agents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46360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Deterministic specialists + Gemini (optional)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63600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Risk gate and agents run without a model; LLM adds judgement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394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Integration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5394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GitHub webhook + Checks API / commit statuses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53949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Triggers on PR, posts the comment, never blocks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Grows by adding signal providers, not rewrites.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45262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GitHub webhook, comment + status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Graph from OTel traces, N-hop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Failure experiments → hard/soft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Proto contract diffing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Risk gate + 6 agents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OTel mock + presenter dashboard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0400" y="3886200"/>
            <a:ext cx="164592" cy="914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64992" y="1645920"/>
            <a:ext cx="2651760" cy="45262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11" name="Shape 8"/>
          <p:cNvSpPr/>
          <p:nvPr/>
        </p:nvSpPr>
        <p:spPr>
          <a:xfrm>
            <a:off x="3593592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266" y="20061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79392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593592" y="265176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Real Jira and incident-tool adapters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pgvector embeddings for RCA recall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Static analysis for edges with no traffic yet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16752" y="3886200"/>
            <a:ext cx="164592" cy="914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181344" y="1645920"/>
            <a:ext cx="2651760" cy="45262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17" name="Shape 13"/>
          <p:cNvSpPr/>
          <p:nvPr/>
        </p:nvSpPr>
        <p:spPr>
          <a:xfrm>
            <a:off x="6409944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18" y="200619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95744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409944" y="265176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Learning loop: post-merge incidents tune the risk weights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Per-team thresholds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833104" y="3886200"/>
            <a:ext cx="164592" cy="914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997696" y="1645920"/>
            <a:ext cx="2651760" cy="45262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23" name="Shape 18"/>
          <p:cNvSpPr/>
          <p:nvPr/>
        </p:nvSpPr>
        <p:spPr>
          <a:xfrm>
            <a:off x="9226296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970" y="200619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912096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226296" y="265176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Deploy-time gating: high-risk changes require a canary or a deploy lock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JUDGE Q&amp;A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questions we expect.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842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How is this different from AI code review?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26771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They see the diff. We see who depends on the code, how critically, and what broke last time.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9842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4088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What if a service isn’t instrumented?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040880" y="226771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Owners assert edges in the catalog. Static analysis is next on the roadmap.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182112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4107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52044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4107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Won’t it flag everything as risky?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80390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Low-risk PRs skip the agents. Soft edges warn; only hard edges on critical tiers escalate.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182112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34107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52044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40880" y="34107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How fresh is the graph?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040880" y="380390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Rebuilt from recent traffic on a schedule; each edge carries when it was last seen.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718304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49469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05663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49469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Does it block merges?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1417320" y="5340096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No. It advises and routes reviewers; a human always decides.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172200" y="4718304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0" name="Shape 23"/>
          <p:cNvSpPr/>
          <p:nvPr/>
        </p:nvSpPr>
        <p:spPr>
          <a:xfrm>
            <a:off x="6400800" y="49469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5056632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040880" y="49469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How does it scale?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7040880" y="5340096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Graph queries are bounded to a few hops, and signals are fetched in parallel per PR.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EXISTING AI REVIEWERS READ THE DIFF. RIPPLE READS THE SYSTEM.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9164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Ripple gives every PR the judgment of your most senior engineer.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555480" y="2697480"/>
            <a:ext cx="822960" cy="822960"/>
          </a:xfrm>
          <a:prstGeom prst="ellipse">
            <a:avLst/>
          </a:prstGeom>
          <a:ln w="254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2103120"/>
            <a:ext cx="2011680" cy="2011680"/>
          </a:xfrm>
          <a:prstGeom prst="ellipse">
            <a:avLst/>
          </a:prstGeom>
          <a:ln w="25400">
            <a:solidFill>
              <a:schemeClr val="accent1">
                <a:alpha val="63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1508760"/>
            <a:ext cx="3200400" cy="3200400"/>
          </a:xfrm>
          <a:prstGeom prst="ellipse">
            <a:avLst/>
          </a:prstGeom>
          <a:ln w="25400">
            <a:solidFill>
              <a:schemeClr val="accent1">
                <a:alpha val="41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914400"/>
            <a:ext cx="4389120" cy="4389120"/>
          </a:xfrm>
          <a:prstGeom prst="ellipse">
            <a:avLst/>
          </a:prstGeom>
          <a:ln w="25400">
            <a:solidFill>
              <a:schemeClr val="accent1">
                <a:alpha val="19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1794" y="2923794"/>
            <a:ext cx="370332" cy="3703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937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github.com/tanmaycodes13/ripple  ·  npm run demo:full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pple">
  <a:themeElements>
    <a:clrScheme name="Ripple">
      <a:dk1>
        <a:srgbClr val="0D0D0D"/>
      </a:dk1>
      <a:lt1>
        <a:srgbClr val="FFFFFF"/>
      </a:lt1>
      <a:dk2>
        <a:srgbClr val="1E1E1C"/>
      </a:dk2>
      <a:lt2>
        <a:srgbClr val="C3C2B7"/>
      </a:lt2>
      <a:accent1>
        <a:srgbClr val="3987E5"/>
      </a:accent1>
      <a:accent2>
        <a:srgbClr val="E2723F"/>
      </a:accent2>
      <a:accent3>
        <a:srgbClr val="1BAF7A"/>
      </a:accent3>
      <a:accent4>
        <a:srgbClr val="D03B3B"/>
      </a:accent4>
      <a:accent5>
        <a:srgbClr val="FAB219"/>
      </a:accent5>
      <a:accent6>
        <a:srgbClr val="0CA30C"/>
      </a:accent6>
      <a:hlink>
        <a:srgbClr val="3987E5"/>
      </a:hlink>
      <a:folHlink>
        <a:srgbClr val="86B6EF"/>
      </a:folHlink>
    </a:clrScheme>
    <a:fontScheme name="Rippl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Ripple: PR risk orchestrator</dc:title>
  <dc:subject>PptxGenJS Presentation</dc:subject>
  <dc:creator>Tanmay</dc:creator>
  <cp:lastModifiedBy>Tanmay</cp:lastModifiedBy>
  <cp:revision>1</cp:revision>
  <dcterms:created xsi:type="dcterms:W3CDTF">2026-10-02T14:14:55Z</dcterms:created>
  <dcterms:modified xsi:type="dcterms:W3CDTF">2026-10-02T14:14:55Z</dcterms:modified>
</cp:coreProperties>
</file>